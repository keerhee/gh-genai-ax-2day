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같은 프롬프트로</a:t>
            </a:r>
            <a:endParaRPr lang="en-US" sz="4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 폴더를 맡깁니다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3520440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0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 · 중급 연습 과제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03504" y="6035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새올구 생활폐기물 무단투기 대응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0" y="596188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7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750" dirty="0"/>
          </a:p>
        </p:txBody>
      </p:sp>
      <p:sp>
        <p:nvSpPr>
          <p:cNvPr id="6" name="Shape 4"/>
          <p:cNvSpPr/>
          <p:nvPr/>
        </p:nvSpPr>
        <p:spPr>
          <a:xfrm>
            <a:off x="8385048" y="960120"/>
            <a:ext cx="2478024" cy="4087368"/>
          </a:xfrm>
          <a:prstGeom prst="rect">
            <a:avLst/>
          </a:prstGeom>
          <a:solidFill>
            <a:srgbClr val="B7F34A"/>
          </a:solidFill>
          <a:ln/>
        </p:spPr>
      </p:sp>
      <p:sp>
        <p:nvSpPr>
          <p:cNvPr id="7" name="Text 5"/>
          <p:cNvSpPr/>
          <p:nvPr/>
        </p:nvSpPr>
        <p:spPr>
          <a:xfrm>
            <a:off x="8385048" y="960120"/>
            <a:ext cx="2478024" cy="583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A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PLAN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85048" y="1544030"/>
            <a:ext cx="2478024" cy="583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71A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385048" y="2127939"/>
            <a:ext cx="2478024" cy="583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A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385048" y="2711849"/>
            <a:ext cx="2478024" cy="583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71A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385048" y="3295759"/>
            <a:ext cx="2478024" cy="583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A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85048" y="3879669"/>
            <a:ext cx="2478024" cy="583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71A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↓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85048" y="4463578"/>
            <a:ext cx="2478024" cy="583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AUDIT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07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본과정에서 배운 흐름을 새 데이터로 혼자 한 번 돌립니다.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011680"/>
            <a:ext cx="731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435608" y="2386584"/>
            <a:ext cx="822960" cy="0"/>
          </a:xfrm>
          <a:prstGeom prst="line">
            <a:avLst/>
          </a:prstGeom>
          <a:noFill/>
          <a:ln w="31750">
            <a:solidFill>
              <a:srgbClr val="DDE3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78608" y="201168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한 번 더 하나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19088" y="2011680"/>
            <a:ext cx="4754880" cy="3749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본과정과 무엇이 다른가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19088" y="2386584"/>
            <a:ext cx="4754880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폴더 교체 · 자력 수행 · 캡스톤 준비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2807208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852928"/>
            <a:ext cx="731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435608" y="3227832"/>
            <a:ext cx="822960" cy="0"/>
          </a:xfrm>
          <a:prstGeom prst="line">
            <a:avLst/>
          </a:prstGeom>
          <a:noFill/>
          <a:ln w="31750">
            <a:solidFill>
              <a:srgbClr val="DDE3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78608" y="2852928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맡을 폴더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19088" y="2852928"/>
            <a:ext cx="4754880" cy="3749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새올구 input 5종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19088" y="3227832"/>
            <a:ext cx="4754880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민원 212행 · CCTV 30대 · 행정동 7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58368" y="3648456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3694176"/>
            <a:ext cx="731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1435608" y="4069080"/>
            <a:ext cx="822960" cy="0"/>
          </a:xfrm>
          <a:prstGeom prst="line">
            <a:avLst/>
          </a:prstGeom>
          <a:noFill/>
          <a:ln w="31750">
            <a:solidFill>
              <a:srgbClr val="DDE3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78608" y="3694176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과제 A부터 L까지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19088" y="3694176"/>
            <a:ext cx="4754880" cy="3749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 다섯 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19088" y="4069080"/>
            <a:ext cx="4754880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제출물 · 체크포인트 · 확인 질문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58368" y="4489704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535424"/>
            <a:ext cx="731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04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1435608" y="4910328"/>
            <a:ext cx="822960" cy="0"/>
          </a:xfrm>
          <a:prstGeom prst="line">
            <a:avLst/>
          </a:prstGeom>
          <a:noFill/>
          <a:ln w="31750">
            <a:solidFill>
              <a:srgbClr val="B7F3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78608" y="4535424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채점과 다음 단계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419088" y="4535424"/>
            <a:ext cx="4754880" cy="3749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무엇으로 평가받나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19088" y="4910328"/>
            <a:ext cx="4754880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배점 · 흔한 실수 · 캡스톤 연결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844253" y="5623560"/>
            <a:ext cx="8409005" cy="0"/>
          </a:xfrm>
          <a:prstGeom prst="line">
            <a:avLst/>
          </a:prstGeom>
          <a:noFill/>
          <a:ln w="44450">
            <a:solidFill>
              <a:srgbClr val="0B6B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5769864"/>
            <a:ext cx="10780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프롬프트는 그대로 둡니다. 바뀌는 것은 폴더 하나뿐입니다.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따라 해 본 것과 혼자 해 본 것은 다릅니다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828800"/>
            <a:ext cx="44805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58584" y="1828800"/>
            <a:ext cx="4480560" cy="3246120"/>
          </a:xfrm>
          <a:prstGeom prst="rect">
            <a:avLst/>
          </a:prstGeom>
          <a:solidFill>
            <a:srgbClr val="071A1D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208483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본과정 · 앞 시간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2542032"/>
            <a:ext cx="38221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같이 돌렸습니다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24128" y="3145536"/>
            <a:ext cx="373075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함께 읽었다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바로 답이 나왔다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수치도 공개됐다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87552" y="4050792"/>
            <a:ext cx="382219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배운 것 — 흐름의 골격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87768" y="208483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F34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연습 · 지금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87768" y="2542032"/>
            <a:ext cx="38221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혼자 끝냅니다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324344" y="3145536"/>
            <a:ext cx="373075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폴더만 주어진다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수치는 비공개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막히는 곳이 보인다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87768" y="4050792"/>
            <a:ext cx="382219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7F34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얻는 것 — 판단력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522976" y="3451860"/>
            <a:ext cx="1051560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49808" y="5532120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두 번째 폴더를 혼자 끝내 본 팀만 캡스톤에서 공개데이터를 다룰 수 있습니다.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폴더에 들어 있는 것은 다섯 개입니다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07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본과정과 파일 이름이 같습니다. 안의 내용만 새올구 것으로 바뀌었습니다.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2084832"/>
            <a:ext cx="334365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INPUT 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민원 원본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236976"/>
            <a:ext cx="841248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규모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10512" y="3236976"/>
            <a:ext cx="1935480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212행 × 16열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3523488"/>
            <a:ext cx="841248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쓰는 곳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10512" y="3523488"/>
            <a:ext cx="1935480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A–G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14400" y="3810000"/>
            <a:ext cx="841248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특징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10512" y="3810000"/>
            <a:ext cx="1935480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오염 포함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376928" y="2084832"/>
            <a:ext cx="334365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611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INPUT 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0611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기존 CCTV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632960" y="3236976"/>
            <a:ext cx="841248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규모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29072" y="3236976"/>
            <a:ext cx="1935480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30행 × 10열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32960" y="3523488"/>
            <a:ext cx="841248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쓰는 곳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29072" y="3523488"/>
            <a:ext cx="1935480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632960" y="3810000"/>
            <a:ext cx="841248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특징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29072" y="3810000"/>
            <a:ext cx="1935480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연도·화소·방향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8095488" y="2084832"/>
            <a:ext cx="334365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467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INPUT 03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2467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행정동 현황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8351520" y="3236976"/>
            <a:ext cx="841248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규모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47632" y="3236976"/>
            <a:ext cx="1935480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7행 × 12열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351520" y="3523488"/>
            <a:ext cx="841248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쓰는 곳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47632" y="3523488"/>
            <a:ext cx="1935480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 · H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351520" y="3810000"/>
            <a:ext cx="841248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특징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47632" y="3810000"/>
            <a:ext cx="1935480" cy="231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인구·수거함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49808" y="4892040"/>
            <a:ext cx="107807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사업조건 파일에 예산 3천만원 · 단가 9종 · 제약 6개가 들어 있습니다.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749808" y="5294376"/>
            <a:ext cx="107807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CLAUDE.md는 폴더 루트에 그대로 둡니다. 규칙을 매번 다시 쓰지 않습니다.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새올구는 어제 본 동네가 아닙니다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920240"/>
            <a:ext cx="3343656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743200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행정동 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87552" y="3255264"/>
            <a:ext cx="26852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별빛 · 노을 · 물결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숲길 · 들녘 · 바람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햇살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76928" y="1920240"/>
            <a:ext cx="3343656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6112" y="2743200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민원 212건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06112" y="3255264"/>
            <a:ext cx="26852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최근 1년 무단투기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좌표·개인정보 포함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5488" y="1920240"/>
            <a:ext cx="3343656" cy="2468880"/>
          </a:xfrm>
          <a:prstGeom prst="rect">
            <a:avLst/>
          </a:prstGeom>
          <a:solidFill>
            <a:srgbClr val="B7F34A"/>
          </a:solidFill>
          <a:ln/>
        </p:spPr>
      </p:sp>
      <p:sp>
        <p:nvSpPr>
          <p:cNvPr id="14" name="Text 12"/>
          <p:cNvSpPr/>
          <p:nvPr/>
        </p:nvSpPr>
        <p:spPr>
          <a:xfrm>
            <a:off x="8424672" y="2743200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1A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정답 비공개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424672" y="3255264"/>
            <a:ext cx="26852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수치를 알려 주지 않습니다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스스로 세고 검산합니다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4983480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지명도 인구도 좌표도 다릅니다. 어제 본 숫자를 그대로 쓰면 전부 틀립니다.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49808" y="5404104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바뀌는 것은 폴더 하나뿐. 프롬프트는 한 글자도 고치지 않습니다.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A부터 L까지가 오늘의 작업 순서입니다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07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본과정에서 쓴 프롬프트를 그대로 복사해 씁니다.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2496312"/>
            <a:ext cx="1383357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496312"/>
            <a:ext cx="1291917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계획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078301" y="3204972"/>
            <a:ext cx="109728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24605" y="2496312"/>
            <a:ext cx="1383357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70325" y="2496312"/>
            <a:ext cx="1291917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B·C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품질·정제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44537" y="3204972"/>
            <a:ext cx="109728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90841" y="2496312"/>
            <a:ext cx="1383357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36561" y="2496312"/>
            <a:ext cx="1291917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D·E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분류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0774" y="3204972"/>
            <a:ext cx="109728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357078" y="2496312"/>
            <a:ext cx="1383357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02798" y="2496312"/>
            <a:ext cx="1291917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KPI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777010" y="3204972"/>
            <a:ext cx="109728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923314" y="2496312"/>
            <a:ext cx="1383357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69034" y="2496312"/>
            <a:ext cx="1291917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G·H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지도·대조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343247" y="3204972"/>
            <a:ext cx="109728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489551" y="2496312"/>
            <a:ext cx="1383357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35271" y="2496312"/>
            <a:ext cx="1291917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9909483" y="3204972"/>
            <a:ext cx="109728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055787" y="2496312"/>
            <a:ext cx="1383357" cy="1417320"/>
          </a:xfrm>
          <a:prstGeom prst="rect">
            <a:avLst/>
          </a:prstGeom>
          <a:solidFill>
            <a:srgbClr val="B7F34A"/>
          </a:solidFill>
          <a:ln/>
        </p:spPr>
      </p:sp>
      <p:sp>
        <p:nvSpPr>
          <p:cNvPr id="27" name="Text 25"/>
          <p:cNvSpPr/>
          <p:nvPr/>
        </p:nvSpPr>
        <p:spPr>
          <a:xfrm>
            <a:off x="10101507" y="2496312"/>
            <a:ext cx="1291917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J·K·L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보고·감사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659636" y="4434840"/>
            <a:ext cx="8778240" cy="0"/>
          </a:xfrm>
          <a:prstGeom prst="line">
            <a:avLst/>
          </a:prstGeom>
          <a:noFill/>
          <a:ln w="44450">
            <a:solidFill>
              <a:srgbClr val="0B6B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4581144"/>
            <a:ext cx="10780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블록마다 산출물 하나 — 끝까지 가면 보고서와 검산표가 남습니다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49808" y="5577840"/>
            <a:ext cx="10780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A33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※ 시간이 부족하면 블록 4까지만 하고, 블록 5는 검산표만 냅니다.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 1 — 파일을 열기 전에 계획서부터 받습니다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07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A · B · 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2084832"/>
            <a:ext cx="334365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PLAN First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236976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 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10512" y="3236976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실행 순서 합의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3706368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금지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10512" y="3706368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파일 수정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14400" y="4175760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10512" y="4175760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PLAN.md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376928" y="2084832"/>
            <a:ext cx="334365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611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B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0611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품질검사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632960" y="3236976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 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29072" y="3236976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결측·중복 집계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32960" y="3706368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금지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29072" y="3706368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 단계 정제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632960" y="4175760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29072" y="4175760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품질보고서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8095488" y="2084832"/>
            <a:ext cx="334365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467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2467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안전 정제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8351520" y="3236976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 일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47632" y="3236976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마스킹·정제본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351520" y="3706368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금지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47632" y="3706368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원본 덮어쓰기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351520" y="4175760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47632" y="4175760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정제본·로그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49808" y="5486400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 질문 — 원본 파일이 하나도 바뀌지 않았습니까?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 2 — 분류는 AI가 하고, 기준은 사람이 확정합니다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07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D · E · F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2084832"/>
            <a:ext cx="334365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분류체계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236976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 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10512" y="3236976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5~7개 제안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3706368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멈춤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10512" y="3706368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사람이 확정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14400" y="4175760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10512" y="4175760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분류 규칙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376928" y="2084832"/>
            <a:ext cx="334365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611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0611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전체 분류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632960" y="3236976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 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29072" y="3236976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확신도 부여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32960" y="3706368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분리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29072" y="3706368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저확신 재검토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632960" y="4175760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29072" y="4175760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분류표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8095488" y="2084832"/>
            <a:ext cx="334365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467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2467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KPI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8351520" y="3236976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 일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47632" y="3236976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분모 3종 비교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351520" y="3706368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금지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47632" y="3706368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분모 미표기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351520" y="4175760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47632" y="4175760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KPI 표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49808" y="5486400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 질문 — 건수 1위와 인구 1만명당 1위가 같은 동입니까?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 3 — 지도는 그림이 아니라 현장에 나갈 좌표입니다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828800"/>
            <a:ext cx="44805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58584" y="1828800"/>
            <a:ext cx="4480560" cy="3246120"/>
          </a:xfrm>
          <a:prstGeom prst="rect">
            <a:avLst/>
          </a:prstGeom>
          <a:solidFill>
            <a:srgbClr val="071A1D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208483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G · 지도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2542032"/>
            <a:ext cx="38221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단일 HTML 지도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24128" y="3145536"/>
            <a:ext cx="373075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100m·3건 이상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좌표 결측은 목록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개인정보 제외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87552" y="4050792"/>
            <a:ext cx="382219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 — 민원지도 HTML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87768" y="208483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F34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H · 대조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87768" y="2542032"/>
            <a:ext cx="38221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시설과 겹쳐 보기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324344" y="3145536"/>
            <a:ext cx="373075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200m 내 CCTV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세 갈래로 구분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대안도 함께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87768" y="4050792"/>
            <a:ext cx="382219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7F34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 — 비교표 7열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522976" y="3451860"/>
            <a:ext cx="1051560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49808" y="5532120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 질문 — CCTV가 있는데도 민원이 많은 곳을 찾았습니까?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 4 — 예산은 정답이 아니라 서로 다른 세 가지 선택지입니다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828800"/>
            <a:ext cx="44805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58584" y="1828800"/>
            <a:ext cx="4480560" cy="3246120"/>
          </a:xfrm>
          <a:prstGeom prst="rect">
            <a:avLst/>
          </a:prstGeom>
          <a:solidFill>
            <a:srgbClr val="071A1D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208483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I · 포트폴리오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2542032"/>
            <a:ext cx="38221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성격이 다른 3안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24128" y="3145536"/>
            <a:ext cx="373075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단속 중심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인프라 중심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주민 참여 중심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87552" y="4050792"/>
            <a:ext cx="382219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제약 — 총액·연내·편중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87768" y="208483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F34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I-R · Red Team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87768" y="2542032"/>
            <a:ext cx="38221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스스로 반박하기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324344" y="3145536"/>
            <a:ext cx="373075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가정을 꺼낸다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실패 경로를 적는다</a:t>
            </a:r>
            <a:endParaRPr lang="en-US" sz="16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 여부 표시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87768" y="4050792"/>
            <a:ext cx="382219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7F34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금지 — “대체로 타당”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522976" y="3451860"/>
            <a:ext cx="1051560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49808" y="5532120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 질문 — 세 안이 수량만 다른 같은 안은 아닙니까?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 5 — 형식이 셋이면 숫자가 어긋날 자리도 셋입니다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07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J · K · 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2084832"/>
            <a:ext cx="334365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J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기관장 보고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236976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 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10512" y="3236976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숫자 재계산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3706368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10512" y="3706368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A4 한 장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14400" y="4175760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10512" y="4175760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1페이지 보고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376928" y="2084832"/>
            <a:ext cx="334365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611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0611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PPT·대시보드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632960" y="3236976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 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29072" y="3236976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형식만 변경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32960" y="3706368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29072" y="3706368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메시지·수치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632960" y="4175760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29072" y="4175760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PPT·대시보드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8095488" y="2084832"/>
            <a:ext cx="334365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4672" y="2340864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24672" y="2724912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 Audit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8351520" y="3236976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 일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47632" y="3236976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원본 재집계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351520" y="3706368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분류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47632" y="3706368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불일치 원인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351520" y="4175760"/>
            <a:ext cx="841248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47632" y="4175760"/>
            <a:ext cx="1935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검증표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49808" y="5486400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 질문 — 세 형식의 같은 항목 숫자가 전부 같습니까?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블록마다 제출물 하나와 확인 질문 하나를 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07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강사는 수치를 알려 주지 않습니다. 질문에 스스로 답하면 통과입니다.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084832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35808" y="2084832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제출물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242048" y="2084832"/>
            <a:ext cx="4197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스스로 답할 질문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254203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 · 계획·정제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035808" y="2542032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PLAN · 품질보고서 · 정제본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42048" y="2542032"/>
            <a:ext cx="41970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몇 행이 왜 빠졌습니까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58368" y="3017520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163824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 · 분류·지표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035808" y="3163824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분류 규칙 · 분류표 · KPI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242048" y="3163824"/>
            <a:ext cx="41970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분모를 바꾸면 1위가 바뀝니까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58368" y="3639312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785616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 · 지도·대조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035808" y="3785616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민원지도 · Hotspot 표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242048" y="3785616"/>
            <a:ext cx="41970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CCTV가 있는데도 민원이 많은 곳은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58368" y="4261104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4407408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 · 예산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3035808" y="4407408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정책 3안 · Red Team 표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242048" y="4407408"/>
            <a:ext cx="41970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세 안의 성격이 다릅니까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658368" y="4882896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502920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 · 보고·감사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3035808" y="502920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1페이지 보고 · 검증표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242048" y="5029200"/>
            <a:ext cx="41970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세 형식의 숫자가 같습니까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658368" y="5504688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5577840"/>
            <a:ext cx="10780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A33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※ 정답 수치는 강사용 정답키에만 있습니다. 먼저 세고 나서 맞춰 봅니다.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100점을 이렇게 나눕니다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07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화면의 미관에는 배점이 없습니다.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08483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항목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75888" y="2084832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64608" y="2084832"/>
            <a:ext cx="6574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만점 기준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2542032"/>
            <a:ext cx="3017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정제와 변경 로그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75888" y="2542032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864608" y="2542032"/>
            <a:ext cx="65745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빠진 행마다 건수·이유가 남아 있다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58368" y="3017520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163824"/>
            <a:ext cx="3017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분류와 확신도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75888" y="3163824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864608" y="3163824"/>
            <a:ext cx="65745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저확신이 사람 재검토용으로 분리됐다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58368" y="3639312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785616"/>
            <a:ext cx="3017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KPI와 분모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675888" y="378561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64608" y="3785616"/>
            <a:ext cx="65745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분모를 밝히고 순위 역전을 명시했다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58368" y="4261104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4407408"/>
            <a:ext cx="3017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정책 3안과 반박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3675888" y="4407408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64608" y="4407408"/>
            <a:ext cx="65745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성격이 다르고 제약을 모두 지켰다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58368" y="4882896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5029200"/>
            <a:ext cx="3017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 Audit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3675888" y="5029200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864608" y="5029200"/>
            <a:ext cx="65745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불일치를 원인별로 나누고 판정을 냈다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658368" y="5504688"/>
            <a:ext cx="10780776" cy="0"/>
          </a:xfrm>
          <a:prstGeom prst="line">
            <a:avLst/>
          </a:prstGeom>
          <a:noFill/>
          <a:ln w="12700">
            <a:solidFill>
              <a:srgbClr val="DDE3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5577840"/>
            <a:ext cx="10780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개인정보가 화면·보고서에 한 번이라도 노출되면 그 항목은 0점입니다.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연습에서 점수를 잃는 곳은 늘 같습니다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874520"/>
            <a:ext cx="334365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30552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실수 1 · 최다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87552" y="2514600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어제 숫자를 쓴다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026664"/>
            <a:ext cx="841248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원인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10512" y="3026664"/>
            <a:ext cx="1935480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이름이 비슷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3435096"/>
            <a:ext cx="841248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10512" y="3435096"/>
            <a:ext cx="1935480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보고서 전부 오류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3843528"/>
            <a:ext cx="841248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차단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810512" y="3843528"/>
            <a:ext cx="1935480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직접 다시 센다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376928" y="1874520"/>
            <a:ext cx="334365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6112" y="2130552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실수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06112" y="2514600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 번에 다 시킨다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4632960" y="3026664"/>
            <a:ext cx="841248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원인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529072" y="3026664"/>
            <a:ext cx="1935480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A–L을 한 번에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632960" y="3435096"/>
            <a:ext cx="841248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9072" y="3435096"/>
            <a:ext cx="1935480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오류 지점 실종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632960" y="3843528"/>
            <a:ext cx="841248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차단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29072" y="3843528"/>
            <a:ext cx="1935480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블록마다 확인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095488" y="1874520"/>
            <a:ext cx="334365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24672" y="2130552"/>
            <a:ext cx="2685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실수 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424672" y="2514600"/>
            <a:ext cx="2685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원본을 덮어쓴다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8351520" y="3026664"/>
            <a:ext cx="841248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원인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47632" y="3026664"/>
            <a:ext cx="1935480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정제와 수정 혼동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351520" y="3435096"/>
            <a:ext cx="841248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결과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47632" y="3435096"/>
            <a:ext cx="1935480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되돌릴 수 없음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351520" y="3843528"/>
            <a:ext cx="841248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차단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247632" y="3843528"/>
            <a:ext cx="1935480" cy="35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input 읽기 전용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49808" y="5532120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세 가지 모두 CLAUDE.md를 폴더에 두고 단계마다 멈추면 일어나지 않습니다.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92608"/>
            <a:ext cx="107807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OFFICE ·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4008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연습이 끝나면 준비된 폴더가 사라집니다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780776" cy="0"/>
          </a:xfrm>
          <a:prstGeom prst="line">
            <a:avLst/>
          </a:prstGeom>
          <a:noFill/>
          <a:ln w="22225">
            <a:solidFill>
              <a:srgbClr val="10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07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캡스톤에서는 데이터를 스스로 구해 와야 합니다.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24744" y="64556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2359152"/>
            <a:ext cx="3343656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578608"/>
            <a:ext cx="33436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본과정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8096" y="2926080"/>
            <a:ext cx="3124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주어진 폴더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68096" y="3630168"/>
            <a:ext cx="3124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함께 돌린다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130040" y="3456432"/>
            <a:ext cx="118872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6928" y="2359152"/>
            <a:ext cx="3343656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76928" y="2578608"/>
            <a:ext cx="33436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연습 · 지금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6656" y="2926080"/>
            <a:ext cx="3124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바뀐 폴더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486656" y="3630168"/>
            <a:ext cx="3124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757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혼자 돌린다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848600" y="3456432"/>
            <a:ext cx="118872" cy="0"/>
          </a:xfrm>
          <a:prstGeom prst="line">
            <a:avLst/>
          </a:prstGeom>
          <a:noFill/>
          <a:ln w="31750">
            <a:solidFill>
              <a:srgbClr val="0B6B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095488" y="2359152"/>
            <a:ext cx="3343656" cy="2194560"/>
          </a:xfrm>
          <a:prstGeom prst="rect">
            <a:avLst/>
          </a:prstGeom>
          <a:solidFill>
            <a:srgbClr val="B7F34A"/>
          </a:solidFill>
          <a:ln/>
        </p:spPr>
      </p:sp>
      <p:sp>
        <p:nvSpPr>
          <p:cNvPr id="19" name="Text 17"/>
          <p:cNvSpPr/>
          <p:nvPr/>
        </p:nvSpPr>
        <p:spPr>
          <a:xfrm>
            <a:off x="8095488" y="2578608"/>
            <a:ext cx="33436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A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캡스톤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05216" y="2926080"/>
            <a:ext cx="3124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직접 구한 데이터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205216" y="3630168"/>
            <a:ext cx="3124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0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컬럼부터 맞춘다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9808" y="4983480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6B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폴더가 바뀌어도 같은 순서로 끝낼 수 있다면, 부서 업무에도 그대로 옮겨집니다.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9808" y="5404104"/>
            <a:ext cx="10780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그게 이 연습 한 번을 더 하는 이유입니다.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1234440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폴더를 맡깁니다.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49808" y="2039112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단계마다 멈춥니다.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49808" y="2843784"/>
            <a:ext cx="10780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7F34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숫자는 다시 셉니다.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3913632"/>
            <a:ext cx="10469880" cy="0"/>
          </a:xfrm>
          <a:prstGeom prst="line">
            <a:avLst/>
          </a:prstGeom>
          <a:noFill/>
          <a:ln w="12700">
            <a:solidFill>
              <a:srgbClr val="0B6B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4315968"/>
            <a:ext cx="5852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어제는 따라 했고</a:t>
            </a:r>
            <a:endParaRPr lang="en-US" sz="2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오늘은 혼자 끝냅니다.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0" y="416052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공공기관 생성형 AI 업무혁신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0" y="493776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프롬프트 12 · 블록 5 · 제출물 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530352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다음 — 캡스톤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49808" y="5833872"/>
            <a:ext cx="105978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A9A9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데이터는 교육용 가상 자료입니다. 좌표와 개인정보는 실제가 아닙니다.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2026-09-11T10:21:07Z</dcterms:created>
  <dcterms:modified xsi:type="dcterms:W3CDTF">2026-09-11T10:21:07Z</dcterms:modified>
</cp:coreProperties>
</file>