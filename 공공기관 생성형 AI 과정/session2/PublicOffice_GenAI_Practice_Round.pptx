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프롬프트로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폴더를 맡깁니다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중급 연습 과제 · 90분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새올구 생활폐기물 무단투기 대응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7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75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7" name="Text 5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본과정에서 배운 흐름을 새 데이터로 혼자 한 번 돌립니다.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386584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0116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한 번 더 하나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0116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본과정과 무엇이 다른가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38658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교체 · 자력 수행 · 캡스톤 준비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5292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227832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2852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맡을 폴더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8529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새올구 input 5종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227832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212행 · CCTV 30대 · 행정동 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648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9417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0690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 A부터 L까지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694176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다섯 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0690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제출물 · 체크포인트 · 시간 배분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4897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35424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4910328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45354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채점과 다음 단계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53542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무엇으로 평가받나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49103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배점 · 흔한 실수 · 캡스톤 연결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62356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76986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그대로 둡니다. 바뀌는 것은 폴더 하나뿐입니다.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 해 본 것과 혼자 해 본 것은 다릅니다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480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8584" y="1828800"/>
            <a:ext cx="4480560" cy="324612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 · 앞 시간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같이 돌렸습니다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읽었다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바로 답이 나왔다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수치도 공개됐다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배운 것 — 흐름의 골격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7768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연습 · 지금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7768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혼자 끝냅니다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24344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폴더만 주어진다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수치는 비공개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곳이 보인다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얻는 것 — 판단력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22976" y="345186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번째 폴더를 혼자 끝내 본 팀만 캡스톤에서 공개데이터를 다룰 수 있습니다.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폴더에 들어 있는 것은 다섯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본과정과 파일 이름이 같습니다. 안의 내용만 새올구 것으로 바뀌었습니다.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33436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원본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3236976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212행 × 16열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523488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523488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A–G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810000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3810000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오염 포함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6928" y="2084832"/>
            <a:ext cx="33436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611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611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CCTV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2960" y="3236976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9072" y="3236976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30행 × 10열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2960" y="3523488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9072" y="3523488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32960" y="3810000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29072" y="3810000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연도·화소·방향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5488" y="2084832"/>
            <a:ext cx="33436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467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 현황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351520" y="3236976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47632" y="3236976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7행 × 12열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51520" y="3523488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곳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3523488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 · H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810000"/>
            <a:ext cx="841248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3810000"/>
            <a:ext cx="1935480" cy="23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인구·수거함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9808" y="489204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사업조건 파일에 예산 3천만원 · 단가 9종 · 제약 6개가 들어 있습니다.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49808" y="529437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CLAUDE.md는 폴더 루트에 그대로 둡니다. 규칙을 매번 다시 쓰지 않습니다.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새올구는 어제 본 동네가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33436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3255264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별빛 · 노을 · 물결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숲길 · 들녘 · 바람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햇살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76928" y="1920240"/>
            <a:ext cx="33436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212건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6112" y="3255264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1년 무단투기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좌표·개인정보 포함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5488" y="1920240"/>
            <a:ext cx="3343656" cy="246888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14" name="Text 12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비공개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24672" y="3255264"/>
            <a:ext cx="2685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수치를 알려 주지 않습니다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세고 검산합니다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498348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지명도 인구도 좌표도 다릅니다. 어제 본 숫자를 그대로 쓰면 전부 틀립니다.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" y="54041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바뀌는 것은 폴더 하나뿐. 프롬프트는 한 글자도 고치지 않습니다.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A부터 L까지가 오늘의 작업 순서입니다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본과정에서 쓴 프롬프트를 그대로 복사해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078301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24605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0325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B·C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품질·정제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44537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90841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6561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D·E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210774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57078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2798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777010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23314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9034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G·H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지도·대조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43247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89551" y="2496312"/>
            <a:ext cx="138335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5271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예산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909483" y="3204972"/>
            <a:ext cx="10972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5787" y="2496312"/>
            <a:ext cx="1383357" cy="141732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01507" y="2496312"/>
            <a:ext cx="1291917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J·K·L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보고·감사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659636" y="4434840"/>
            <a:ext cx="8778240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58114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30분마다 산출물 하나 — 90분이면 보고서와 검산표까지 나옵니다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시간이 부족하면 블록 4까지만 하고, 블록 5는 검산표만 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1 — 파일을 열기 전에 계획서부터 받습니다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A · B · 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First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순서 합의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수정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PLAN.md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692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611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611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품질검사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296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907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결측·중복 집계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296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907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단계 정제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3296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2907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품질보고서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548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467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정제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35152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4763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마스킹·정제본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5152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덮어쓰기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정제본·로그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00:00–00:25 · 확인 질문 — 원본 파일이 하나도 바뀌지 않았습니까?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2 — 분류는 AI가 하고, 기준은 사람이 확정합니다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D · E · 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분류체계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5~7개 제안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멈춤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확정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규칙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692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611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611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분류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296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907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부여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296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907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저확신 재검토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3296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2907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분류표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548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467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35152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4763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 3종 비교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5152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 미표기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00:25–00:50 · 확인 질문 — 건수 1위와 인구 1만명당 1위가 같은 동입니까?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3 — 지도는 그림이 아니라 현장에 나갈 좌표입니다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480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8584" y="1828800"/>
            <a:ext cx="4480560" cy="324612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G · 지도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 지도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100m·3건 이상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결측은 목록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 제외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— 민원지도 HTML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7768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H · 대조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7768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시설과 겹쳐 보기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24344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200m 내 CCTV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갈래로 구분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대안도 함께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— 비교표 7열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22976" y="345186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00:50–01:10 · 확인 질문 — CCTV가 있는데도 민원이 많은 곳을 찾았습니까?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4 — 예산은 정답이 아니라 서로 다른 세 가지 선택지입니다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44805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8584" y="1828800"/>
            <a:ext cx="4480560" cy="3246120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I · 포트폴리오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성격이 다른 3안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단속 중심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인프라 중심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주민 참여 중심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— 총액·연내·편중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7768" y="2084832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I-R · Red 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7768" y="2542032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반박하기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24344" y="3145536"/>
            <a:ext cx="373075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가정을 꺼낸다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경로를 적는다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여부 표시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4050792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 — “대체로 타당”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22976" y="3451860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01:10–01:30 · 확인 질문 — 세 안이 수량만 다른 같은 안은 아닙니까?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 5 — 형식이 셋이면 숫자가 어긋날 자리도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J · K · 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J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재계산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 한 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7692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611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611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PPT·대시보드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3296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907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형식만 변경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3296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907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메시지·수치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3296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2907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PPT·대시보드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5488" y="2084832"/>
            <a:ext cx="3343656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4672" y="234086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 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4672" y="272491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Audit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351520" y="3236976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47632" y="3236976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재집계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51520" y="3706368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3706368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 원인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4175760"/>
            <a:ext cx="84124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4175760"/>
            <a:ext cx="19354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검증표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01:30–01:50 · 확인 질문 — 세 형식의 같은 항목 숫자가 전부 같습니까?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블록마다 제출물 하나와 확인 질문 하나를 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강사는 수치를 알려 주지 않습니다. 질문에 스스로 답하면 통과입니다.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20848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67328" y="2084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99248" y="2084832"/>
            <a:ext cx="3739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 답할 질문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54203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계획·정제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761488" y="254203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67328" y="25420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PLAN · 품질보고서 · 정제본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99248" y="2542032"/>
            <a:ext cx="3739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몇 행이 왜 빠졌습니까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30175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6382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분류·지표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761488" y="316382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67328" y="316382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 규칙 · 분류표 · KPI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99248" y="3163824"/>
            <a:ext cx="3739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분모를 바꾸면 1위가 바뀝니까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8368" y="36393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8561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지도·대조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761488" y="37856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67328" y="37856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민원지도 · Hotspot 표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99248" y="3785616"/>
            <a:ext cx="3739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CCTV가 있는데도 민원이 많은 곳은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58368" y="42611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0740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예산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61488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3767328" y="44074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3안 · Red Team 표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699248" y="4407408"/>
            <a:ext cx="3739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안의 성격이 다릅니까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58368" y="48828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0292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보고·감사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2761488" y="502920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67328" y="50292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 · 검증표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699248" y="5029200"/>
            <a:ext cx="3739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형식의 숫자가 같습니까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5046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정답 수치는 강사용 정답키에만 있습니다. 먼저 세고 나서 맞춰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100점을 이렇게 나눕니다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화면의 미관에는 배점이 없습니다.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75888" y="2084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2084832"/>
            <a:ext cx="6574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만점 기준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4203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정제와 변경 로그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75888" y="254203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64608" y="2542032"/>
            <a:ext cx="6574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빠진 행마다 건수·이유가 남아 있다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8368" y="30175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6382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분류와 확신도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75888" y="316382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64608" y="3163824"/>
            <a:ext cx="6574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저확신이 사람 재검토용으로 분리됐다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393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8561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KPI와 분모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675888" y="378561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64608" y="3785616"/>
            <a:ext cx="6574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분모를 밝히고 순위 역전을 명시했다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2611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4074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3안과 반박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675888" y="440740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64608" y="4407408"/>
            <a:ext cx="6574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성격이 다르고 제약을 모두 지켰다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8828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0292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Audit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675888" y="50292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64608" y="5029200"/>
            <a:ext cx="6574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불일치를 원인별로 나누고 판정을 냈다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5046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개인정보가 화면·보고서에 한 번이라도 노출되면 그 항목은 0점입니다.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연습에서 점수를 잃는 곳은 늘 같습니다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334365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305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 1 · 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어제 숫자를 쓴다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026664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3026664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이름이 비슷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35096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435096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전부 오류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843528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3843528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다시 센다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76928" y="1874520"/>
            <a:ext cx="334365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6112" y="21305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6112" y="25146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다 시킨다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632960" y="3026664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29072" y="3026664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A–L을 한 번에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32960" y="3435096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3435096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지점 실종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843528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843528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블록마다 확인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095488" y="1874520"/>
            <a:ext cx="334365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4672" y="21305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실수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24672" y="25146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원본을 덮어쓴다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351520" y="3026664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47632" y="3026664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정제와 수정 혼동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51520" y="3435096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47632" y="3435096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되돌릴 수 없음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51520" y="3843528"/>
            <a:ext cx="841248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47632" y="3843528"/>
            <a:ext cx="193548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읽기 전용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49808" y="553212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가지 모두 CLAUDE.md를 폴더에 두고 단계마다 멈추면 일어나지 않습니다.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연습이 끝나면 준비된 폴더가 사라집니다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캡스톤에서는 데이터를 스스로 구해 와야 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359152"/>
            <a:ext cx="334365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78608"/>
            <a:ext cx="334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본과정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926080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주어진 폴더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" y="3630168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돌린다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30040" y="3456432"/>
            <a:ext cx="11887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6928" y="2359152"/>
            <a:ext cx="334365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6928" y="2578608"/>
            <a:ext cx="334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연습 · 지금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6656" y="2926080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바뀐 폴더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6656" y="3630168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혼자 돌린다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848600" y="3456432"/>
            <a:ext cx="11887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5488" y="2359152"/>
            <a:ext cx="3343656" cy="2194560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095488" y="2578608"/>
            <a:ext cx="334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캡스톤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05216" y="2926080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구한 데이터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05216" y="3630168"/>
            <a:ext cx="3124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컬럼부터 맞춘다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9808" y="498348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폴더가 바뀌어도 같은 순서로 끝낼 수 있다면, 부서 업무에도 그대로 옮겨집니다.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4041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그게 이 연습 한 번을 더 하는 이유입니다.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폴더를 맡깁니다.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단계마다 멈춥니다.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숫자는 다시 셉니다.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어제는 따라 했고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혼자 끝냅니다.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연습 90분 · 프롬프트 12 · 제출물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— 캡스톤 60~75분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데이터는 교육용 가상 자료입니다. 좌표와 개인정보는 실제가 아닙니다.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2026-09-11T09:29:31Z</dcterms:created>
  <dcterms:modified xsi:type="dcterms:W3CDTF">2026-09-11T09:29:31Z</dcterms:modified>
</cp:coreProperties>
</file>