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391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파일이 아니라</a:t>
            </a:r>
            <a:endParaRPr lang="en-US" sz="4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폴더를 맡깁니다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352044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 · 중급 3시간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3504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PLAN First → 분석 → 정책 → 보고 → Final Audit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59618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385048" y="960120"/>
            <a:ext cx="2478024" cy="4087368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385048" y="960120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5048" y="1544030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5048" y="212793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5048" y="271184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85048" y="329575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5048" y="387966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85048" y="4463578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AUDIT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INTERMEDIATE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 열두 개를 다섯 블록으로 묶고, 블록마다 웹앱 하나를 남깁니다.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435608" y="2386584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578608" y="201168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계획과 신뢰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19088" y="2011680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PLAN First · 품질 · 정제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9088" y="2386584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A–C · 개인정보 마스킹 · 변경 로그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280720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8368" y="2852928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435608" y="3227832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578608" y="285292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분류와 지표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19088" y="2852928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분류체계 · 자동분류 · KPI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19088" y="3227832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D–F · 저확신 재검토 · 인구 보정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" y="364845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58368" y="3694176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435608" y="4069080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578608" y="3694176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공간과 정책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19088" y="3694176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 · CCTV · 예산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19088" y="4069080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G–I · Hotspot · Red Team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8368" y="448970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58368" y="4535424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435608" y="4910328"/>
            <a:ext cx="822960" cy="0"/>
          </a:xfrm>
          <a:prstGeom prst="line">
            <a:avLst/>
          </a:prstGeom>
          <a:noFill/>
          <a:ln w="31750">
            <a:solidFill>
              <a:srgbClr val="B7F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578608" y="453542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보고와 감사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19088" y="4535424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 · 대시보드 · Audit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19088" y="4910328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J–L · 숫자 재계산 · 사람 승인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844253" y="5623560"/>
            <a:ext cx="8409005" cy="0"/>
          </a:xfrm>
          <a:prstGeom prst="line">
            <a:avLst/>
          </a:prstGeom>
          <a:noFill/>
          <a:ln w="4445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58368" y="5769864"/>
            <a:ext cx="10780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 12개 → 블록 웹앱 5개 → 감사 가능한 업무 흐름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INTERMEDIATE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사흘째 엑셀만 열어 두고 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중급 3시간이 없애려는 것은 기술 격차가 아니라 이 사흘입니다.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883664"/>
            <a:ext cx="10780776" cy="2523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60704" y="2084832"/>
            <a:ext cx="99761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작년 무단투기 민원 200건이 엑셀 한 파일에 있습니다. 과장이 묻습니다. 어디가 제일 심한가, 거기 CCTV는 있나, 3천만원으로 뭘 할 건가.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0704" y="2834640"/>
            <a:ext cx="99761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파일을 엽니다. 주소는 도로명과 지번이 섞여 있고, 같은 민원이 두 번 들어온 것도 있습니다. 민원 내용은 자유 서술이라 몇 건인지 세어지지도 않습니다.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60704" y="3584448"/>
            <a:ext cx="99761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지도에 찍으려면 좌표가 필요한데 절반이 비어 있습니다. 정리하다 사흘이 갑니다. 분석은 아직 시작도 못 했습니다.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4553712"/>
            <a:ext cx="10780776" cy="1060704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60704" y="4700016"/>
            <a:ext cx="99761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막힌 건 분석 능력이 아닙니다. 분석에 들어가기도 전에 시간을 다 씁니다.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60704" y="5065776"/>
            <a:ext cx="99761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오후에는 그 앞단을 폴더째 AI에게 맡깁니다. 사람은 기준을 정하고 결과를 검증합니다.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" y="5742432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사흘 걸리던 앞단이 30분입니다. 남는 시간에 과장의 질문 세 개에 답합니다.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INTERMEDIATE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기초는 파일을 올리고, 중급은 폴더를 맡깁니다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55648"/>
            <a:ext cx="48463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592824" y="1755648"/>
            <a:ext cx="4846320" cy="361188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011680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BASIC 3H · 어제까지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2468880"/>
            <a:ext cx="41879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파일을 올린다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24128" y="3072384"/>
            <a:ext cx="4096512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CSV 한두 개를 대화창에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결과는 화면에 남는다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달에 다시 붙여넣는다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87552" y="4069080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4343400"/>
            <a:ext cx="41879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· 개인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22008" y="2011680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INTERMEDIATE 3H · 오늘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22008" y="2468880"/>
            <a:ext cx="41879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폴더를 맡긴다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958584" y="3072384"/>
            <a:ext cx="4096512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 · working · output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파일을 직접 만든다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기록이 폴더에 쌓인다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22008" y="4069080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22008" y="4343400"/>
            <a:ext cx="41879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 · 부서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9808" y="5559552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대화는 감사받을 수 없지만, 폴더는 감사받을 수 있습니다.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INTERMEDIATE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AI에게 답을 묻지 않고, 반복 실행할 흐름을 설계합니다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210312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04088" y="210312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계획 요청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PLAN.md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60904" y="2880360"/>
            <a:ext cx="164592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862072" y="210312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907792" y="210312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사람이 확인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계획 승인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64608" y="2880360"/>
            <a:ext cx="164592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065776" y="210312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111496" y="210312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AI가 실행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생성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68312" y="2880360"/>
            <a:ext cx="164592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269480" y="210312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0" y="210312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산출물 검증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 재계산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272016" y="2880360"/>
            <a:ext cx="164592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473184" y="2103120"/>
            <a:ext cx="1965960" cy="1554480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518904" y="210312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다음 단계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또는 되돌리기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391156" y="4224528"/>
            <a:ext cx="7315200" cy="0"/>
          </a:xfrm>
          <a:prstGeom prst="line">
            <a:avLst/>
          </a:prstGeom>
          <a:noFill/>
          <a:ln w="4445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58368" y="4370832"/>
            <a:ext cx="10780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다섯 칸이 A부터 L까지 열두 번 반복됩니다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9808" y="5358384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만든 결과는 초안이고, 승인은 언제나 사람이 합니다.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되돌리기가 가능하려면 원본이 보존되어 있어야 합니다. 그래서 첫 규칙이 “원본을 수정하지 않는다”입니다.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INTERMEDIATE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폴더는 입력 · 작업 · 산출 세 칸으로 나눕니다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92224"/>
            <a:ext cx="334365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8755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input/ · 읽기 전용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4종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2944368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10512" y="2944368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complaints_200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3344875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10512" y="3344875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cctv_30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3745382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10512" y="3745382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district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4145890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10512" y="4145890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conditions.txt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4546397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10512" y="4546397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CLAUDE.md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376928" y="1792224"/>
            <a:ext cx="334365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70611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working/ · 작업 기록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611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판단의 흔적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4632960" y="2944368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계획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29072" y="2944368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PLAN.md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632960" y="3344875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29072" y="3344875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분류규칙.md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632960" y="3745382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29072" y="3745382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cleaning_log.md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632960" y="4145890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검토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29072" y="4145890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red_team.md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632960" y="4546397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감사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29072" y="4546397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final_audit.md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8095488" y="1792224"/>
            <a:ext cx="3343656" cy="347472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42467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output/ · 산출물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42467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결과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8351520" y="2944368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247632" y="2944368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품질보고서.md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351520" y="3344875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247632" y="3344875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민원분류.xlsx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8351520" y="3745382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247632" y="3745382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민원지도.html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8351520" y="4145890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247632" y="4145890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기관장보고.docx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8351520" y="4546397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247632" y="4546397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dashboard.html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749808" y="557784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회의 자료가 아니라 업무 기록이 남습니다.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CLAUDE.md · 폴더 루트에 두는 상시 규칙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 파일을 하나 두면 매번 설명하지 않아도 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폴더 통째로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CLAUDE.md 1개 (상시 규칙)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[원본 보존]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input/ 아래 원본은 수정하지 않는다. 정제 결과는 output/에 새 파일로 만든다.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85416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249424"/>
            <a:ext cx="10085832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[개인정보]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연락처·생년·상세주소는 분석용 데이터에서 마스킹하고, 지도·보고서·대시보드에 노출하지 않는다.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944368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3008376"/>
            <a:ext cx="10085832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[추정 표시]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추정한 값은 “추정”이라고 쓴다. 데이터에 없는 숫자를 만들지 않는다. 상관관계를 인과관계로 서술하지 않는다.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3703320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3767328"/>
            <a:ext cx="10085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[변경 로그]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변경은 working/cleaning_log.md에 건수·행번호·이유를 남긴다.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123944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4187952"/>
            <a:ext cx="10085832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[사람 승인]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분류체계 확정 · 정책대안 선정 · 최종 보고서 배포 세 지점에서는 진행을 멈추고 확인을 요청한다.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5840" y="4882896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005840" y="4946904"/>
            <a:ext cx="10085832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[산출물]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문서는 한국어 마크다운, 숫자에는 (원천파일 · 계산식)을 병기한다. 웹 산출물은 단일 HTML 파일로 만들고 데이터를 외부로 보내지 않는다.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파일을 폴더 루트에 두면 Claude Code가 매 명령마다 자동으로 읽습니다. 프롬프트가 그만큼 짧아집니다.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INTERMEDIATE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폴더에 들어 있는 것은 다섯 개입니다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737360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47288" y="173736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79208" y="1737360"/>
            <a:ext cx="2048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27464" y="17373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쓰는 프롬프트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19456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complaints_200.csv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447288" y="2194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무단투기 민원 원본 (오염 포함)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379208" y="2194560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212행 × 16열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427464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A–G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58368" y="27797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58368" y="29260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cctv_existing_30.csv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47288" y="29260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설치연도·화소·방향·야간성능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79208" y="2926080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30행 × 10열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427464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58368" y="351129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58368" y="36576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district_profile.csv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47288" y="3657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인구·세대·상가·원룸·수거함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79208" y="3657600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7행 × 12열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427464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 · H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58368" y="424281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58368" y="43891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project_conditions.txt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3447288" y="43891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예산 3천만원 · 단가 9종 · 제약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79208" y="4389120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텍스트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427464" y="4389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58368" y="497433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58368" y="512064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CLAUDE.md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3447288" y="51206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상시 규칙 6개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379208" y="5120640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텍스트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427464" y="5120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 단계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58368" y="570585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49808" y="563270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민원 파일에는 신고자 연락처와 생년(주민번호 앞자리)이 들어 있습니다. C 단계 전에는 지도·보고서에 쓰지 않습니다.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9808" y="601675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좌표는 실제 지번이 아닌 가상 좌표입니다. 자기 부서 데이터로 바꿀 때는 컬럼명만 맞추면 됩니다.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INTERMEDIATE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30분마다 산출물 하나와 웹앱 하나가 나옵니다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700784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14016" y="1700784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45736" y="170078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43016" y="1700784"/>
            <a:ext cx="2944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87384" y="170078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 웹앱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2157984"/>
            <a:ext cx="1755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00:00–00:30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414016" y="2157984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계획·품질·정제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745736" y="2157984"/>
            <a:ext cx="1097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B 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843016" y="2157984"/>
            <a:ext cx="29443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PLAN · 품질보고서 · 로그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787384" y="2157984"/>
            <a:ext cx="2651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로그 뷰어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58368" y="27797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58368" y="2926080"/>
            <a:ext cx="1755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00:30–01:15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2414016" y="2926080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분류·KPI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45736" y="2926080"/>
            <a:ext cx="1097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 E F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843016" y="2926080"/>
            <a:ext cx="29443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민원분류 · 핵심KPI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787384" y="2926080"/>
            <a:ext cx="2651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저확신 재검토 큐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58368" y="354787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58368" y="3694176"/>
            <a:ext cx="1755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01:15–02:00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2414016" y="3694176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지도·CCTV 결합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745736" y="3694176"/>
            <a:ext cx="1097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 H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843016" y="3694176"/>
            <a:ext cx="29443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민원지도 · 점검 후보지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8787384" y="3694176"/>
            <a:ext cx="2651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점검 후보지 지도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58368" y="431596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58368" y="4462272"/>
            <a:ext cx="1755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02:00–02:30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2414016" y="446227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정책·예산·반론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4745736" y="4462272"/>
            <a:ext cx="1097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843016" y="4462272"/>
            <a:ext cx="29443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정책대안 · Red Team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787384" y="4462272"/>
            <a:ext cx="2651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예산 시뮬레이터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58368" y="508406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58368" y="5230368"/>
            <a:ext cx="1755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02:30–03:00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2414016" y="5230368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보고·감사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745736" y="5230368"/>
            <a:ext cx="1097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 K L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843016" y="5230368"/>
            <a:ext cx="29443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 · PPT · audit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8787384" y="5230368"/>
            <a:ext cx="2651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대시보드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658368" y="585216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749808" y="570585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블록마다 사람이 산출물을 확인한 뒤 다음으로 넘어갑니다. 확인 없이 이어 붙이면 오류가 마지막까지 갑니다.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INTERMEDIATE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 A부터 L까지가 오늘의 작업 순서입니다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55648"/>
            <a:ext cx="241401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87552" y="188823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272284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PLAN First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447288" y="1755648"/>
            <a:ext cx="241401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776472" y="188823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76472" y="2272284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품질검사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36208" y="1755648"/>
            <a:ext cx="241401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65392" y="188823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65392" y="2272284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안전 정제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025128" y="1755648"/>
            <a:ext cx="241401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354312" y="188823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54312" y="2272284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분류체계 제안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58368" y="2926080"/>
            <a:ext cx="241401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87552" y="3058668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7552" y="3442716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자동분류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447288" y="2926080"/>
            <a:ext cx="241401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776472" y="3058668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76472" y="3442716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분석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6236208" y="2926080"/>
            <a:ext cx="241401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565392" y="3058668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65392" y="3442716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 생성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025128" y="2926080"/>
            <a:ext cx="241401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354312" y="3058668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54312" y="3442716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CCTV 결합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658368" y="4096512"/>
            <a:ext cx="241401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87552" y="422910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87552" y="4613148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예산 포트폴리오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3447288" y="4096512"/>
            <a:ext cx="241401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3776472" y="422910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776472" y="4613148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기관장 보고서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236208" y="4096512"/>
            <a:ext cx="241401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565392" y="422910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65392" y="4613148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PPT·대시보드</a:t>
            </a:r>
            <a:endParaRPr lang="en-US" sz="1850" dirty="0"/>
          </a:p>
        </p:txBody>
      </p:sp>
      <p:sp>
        <p:nvSpPr>
          <p:cNvPr id="40" name="Shape 38"/>
          <p:cNvSpPr/>
          <p:nvPr/>
        </p:nvSpPr>
        <p:spPr>
          <a:xfrm>
            <a:off x="9025128" y="4096512"/>
            <a:ext cx="2414016" cy="1051560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354312" y="422910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354312" y="4613148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 Audit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749808" y="5413248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순서를 지키되, 매 단계에서 사람이 산출물을 확인하고 넘어갑니다.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749808" y="5943600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건너뛰어도 되는 단계는 없습니다. C를 건너뛰면 지도에 연락처가 뜨고, L을 건너뛰면 보고서 숫자가 틀린 채로 배포됩니다.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계획과 신뢰 — Prompt A · B · C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파일을 건드리기 전에 계획을 받고, 믿을 수 있는 정제본을 만든다.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INTERMEDIATE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파일을 열기 전에 계획서부터 받습니다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 1 / 5 · 00:00–00:30 · Prompt A–C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📌 학습 목표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계획·품질·정제 3종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2412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계획을 먼저 본다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 수·오류·결측을 센다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개인정보를 마스킹한다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7692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0611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🎯 공공 실무 맥락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611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 데이터의 현실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4268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날짜 형식이 네 종류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좌표 변환 실패 7건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연락처·생년이 그대로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95488" y="2103120"/>
            <a:ext cx="3343656" cy="324612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42467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🔧 이 블록이 남기는 웹앱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467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로그 뷰어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6124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원본과 정제본을 대조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마스킹 건수를 확인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9808" y="5468112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로그가 없으면 무엇을 지웠는지 아무도 모릅니다.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49808" y="596188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원본 212행에 중복 12건·논리오류 10건이 들어 있습니다. 정제 후 200행이 되는지 스스로 확인합니다.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 PROMPT · A · PLAN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— 파일을 수정하지 말고 계획부터 세우게 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complaints_200.csv 212행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PLAN.md 1개 + 질문 3개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공공기관 데이터 분석 프로젝트를 맡은 실무 파트너다. 실행 전에 계획을 먼저 합의한다.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3588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19989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폴더의 input/에 민원·CCTV·지역현황·사업조건 파일이 있고, CLAUDE.md에 프로젝트 규칙이 있다. 아직 어떤 파일도 수정하지 않은 상태다.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795778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859786"/>
            <a:ext cx="10085832" cy="1760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폴더를 먼저 살펴보되 파일을 수정하지 마라. 그리고 PLAN.md를 작성하라.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파일 목록과 각 파일의 용도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파일 사이에 연결 가능한 키(행정동·좌표·기간)와 연결 방법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분석 전에 확인해야 할 문제 — 결측·중복·날짜 형식·좌표 실패·개인정보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A부터 L까지의 실행 순서와 각 단계의 산출물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사람이 확인해야 할 지점과 그 이유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61086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467487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PLAN.md 한 파일. 항목별 소제목과 표. 마지막에 “확인이 필요한 질문 3개”를 둔다.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98195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04596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단계에서는 어떤 파일도 만들거나 고치지 마라. 데이터를 아직 열지 않았다면 열어도 되지만 저장은 하지 마라.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 PLAN.md · 검증 — 파일이 실제로 수정되지 않았는가? 확인할 문제가 빠지지 않았는가?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 PROMPT · B · 데이터 품질검사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 — 분석을 시작하기 전에 이 파일을 믿을 수 있는지 셉니다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complaints_200.csv 212행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 표 4열 + 판단 항목 3개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원본을 보존하며 위험부터 점검하는 분석 보조자다.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3588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19989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input/complaints_200.csv를 점검한다. 접수일·처리일·행정동·주소·좌표·처리상태·연락처·생년 등 16개 컬럼.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795778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859786"/>
            <a:ext cx="10085832" cy="20490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전체 행 수와 컬럼별 의미·자료형을 정리하라.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결측을 컬럼별 건수와 비율로 집계하라.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완전 중복과 “민원ID만 다른 실질 중복”을 나누어 세라.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날짜 형식이 몇 종류인지 세고, 처리일 &lt; 접수일 오류를 행번호와 함께 제시하라.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주소 표기 방식(도로명·지번·장소명)이 섞여 있는지 확인하고 유형별 건수를 세라.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⑥ 좌표가 비어 있는 행을 지도 표시 불가 후보로 따로 표시하라.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⑦ 개인정보에 해당하는 컬럼을 지목하라. 결과를 output/01_데이터품질보고서.md로 저장하라.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89966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4963668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항목 · 건수 · 비율 · 조치 4열 표 → 사람이 판단할 항목 3개.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5270754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334762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원본을 수정하지 마라. 이 단계에서는 정제하지 말고 문제를 세기만 하라.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 01_데이터품질보고서.md · 검증 — 보고서의 행 수가 원본과 맞는가? 정답은 212행, 중복 제거 후 200행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 PROMPT · C · 안전 정제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 — 원본을 남기고 정제본을 따로 만듭니다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212행 + 품질 표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 192행 + 변경 로그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개인정보 보호 규정을 지키며 분석용 데이터를 만드는 담당자다.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6214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226148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01_데이터품질보고서.md에서 확인한 문제를 정제본에 반영한다. 원본은 input/에 그대로 둔다.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55948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623497"/>
            <a:ext cx="10085832" cy="22327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신고자연락처는 뒤 네 자리만 남기고, 신고자생년은 컬럼째 제거하라.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주소는 상세 번지를 빼고 행정동과 장소명까지만 남겨라.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날짜를 YYYY-MM-DD로 통일하고, 처리일 &lt; 접수일 행은 삭제하지 말고 “오류” 표시만 남겨라.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완전 중복은 제거하고, 실질 중복은 사람이 판단하도록 별도 표로 빼라.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결측 행정동은 좌표로 추정하되 추정한 행을 표시하라.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결과를 output/02_정제민원.xlsx로 저장하고, 변경 건수·행번호·이유를 working/cleaning_log.md에 남겨라.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847151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4911159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 1개 + 변경 로그 1개 + 사람 판단이 필요한 표 1개.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524450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308508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파일을 덮어쓰지 마라. 판단이 애매한 행은 임의로 처리하지 말고 표로 남겨 되물어라.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 02_정제민원.xlsx · cleaning_log.md · 검증 — 원본이 그대로인가? 마스킹 전후 로그가 있는가?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 APP · 블록 1 · 정제 로그 뷰어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지웠는지 눈으로 확인할 화면을 함께 만듭니다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변경 로그 CSV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로그 뷰어 HTML 1개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사내 웹앱을 만드는 파트너다. 외부 라이브러리 없이 HTML 하나로 만든다.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35886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19989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CSV·정제본·cleaning_log.md가 있다. 팀장이 정제 과정을 눈으로 확인해야 결재가 난다.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795778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859786"/>
            <a:ext cx="10085832" cy="1760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원본 CSV와 정제본 CSV 두 개를 올리는 영역을 만든다.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상단 카드 5개 — 원본 행 수, 정제 후 행 수, 제거된 중복, 오류 표시 행, 마스킹된 셀.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변경 내역 표 — 행번호 · 컬럼 · 변경 전 · 변경 후 · 이유. 변경 전 값 중 개인정보는 화면에서도 가려 표시한다.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필터 — 변경 유형(중복·날짜·마스킹·추정)별로 걸러 본다.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“확인함” 체크와 확인자 이름을 입력해 감사 로그를 CSV로 내려받는다.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610862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467487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UI · 단일 HTML 파일 · 반응형. 위 카드, 아래 표.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981956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04596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데이터를 서버로 보내지 마라. 원본 파일을 수정하는 기능은 넣지 마라. 마스킹 전 원값을 화면에 그대로 띄우지 마라.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화면이 있으면 “AI가 데이터를 마음대로 고친 것 아니냐”는 질문이 그 자리에서 끝납니다.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INTERMEDIATE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분류는 AI가 하고, 분류 기준은 사람이 확정합니다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 2 / 5 · 00:30–01:15 · Prompt D–F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📌 학습 목표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 · 분류 · 지표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2412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5~7개 분류체계 확정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자동분류와 확신도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건수를 인구로 보정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7692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0611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🎯 공공 실무 맥락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611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건수 1위 ≠ 문제 1위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4268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단순 건수 1위는 가온동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1만명당 1위는 마루동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분모를 바꾸면 순위가 뒤집힘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95488" y="2103120"/>
            <a:ext cx="3343656" cy="324612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42467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🔧 이 블록이 남기는 웹앱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467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저확신 재검토 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6124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확신도 낮은 건만 모아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사람이 한 건씩 확정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9808" y="5468112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 기준을 AI가 정하면 다음 달에 기준이 바뀝니다.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49808" y="596188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분류체계 확정은 CLAUDE.md가 지정한 사람 승인 지점입니다. 여기서 멈추고 팀장 확인을 받습니다.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 PROMPT · D · 분류체계 제안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 — 사람이 확정할 수 있는 분류 규칙을 만들게 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 192행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분류체계 4열 표 + 애매 사례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민원 업무 분류체계를 설계하는 담당자다. 판단 기준을 문장으로 남긴다.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3588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19989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02_정제민원.xlsx의 민원내용 컬럼은 자유 서술이다. 부서가 실제 조치를 나누는 데 쓸 분류가 필요하다.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795778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859786"/>
            <a:ext cx="10085832" cy="1760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민원 20건을 무작위로 뽑아 내용을 읽어라.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조치 주체와 방법이 달라지는 기준으로 분류체계를 5~7개 제안하라. 각 분류마다 정의 한 줄과 대표 예시 2건을 붙여라.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어느 분류에도 넣기 어려운 사례를 따로 모아 “분류불가(정보부족)” 처리 기준을 정하라.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두 분류에 걸치는 사례의 우선순위 규칙을 정하라. 결과를 working/classification_rule.md로 저장하라.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61086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467487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분류명 · 정의 · 대표 예시 · 조치 주체 4열 표 + 우선순위 규칙 + 애매 사례 목록.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98195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04596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분류명은 업무 판단에 바로 쓸 수 있게 구체적으로 쓴다. “기타”를 남용하지 마라. 여기서 멈추고 사람의 확정을 기다려라.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 classification_rule.md · 검증 — 분류명만 보고 어느 부서가 처리할지 정해지는가?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 PROMPT · E · 전체 자동분류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 — 확신도를 함께 매겨야 사람이 볼 곳이 정해집니다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 + 분류체계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분류표 + 저확신 29건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73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확정된 규칙에 따라 전체 데이터를 분류하는 실행자다. 규칙을 임의로 바꾸지 않는다.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9364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257654"/>
            <a:ext cx="10085832" cy="373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사람이 확정한 working/classification_rule.md와 02_정제민원.xlsx를 사용한다.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62249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686507"/>
            <a:ext cx="10085832" cy="21067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전체 민원을 규칙대로 분류하고 각 행에 민원유형·분류근거·분류확신도(0~1)를 추가하라.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분류근거에는 판단에 쓴 문구를 그대로 인용하라.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확신도 0.5 미만인 민원만 따로 표로 만들고, 왜 낮은지 이유를 적어라.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분류별 건수와 비율을 표로 요약하라.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규칙으로 처리되지 않은 사례가 있으면 규칙 보완안을 제안하되, 규칙 파일은 고치지 마라. 결과를 output/04_민원분류.xlsx로 저장하라.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784141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4848149"/>
            <a:ext cx="10085832" cy="373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분류표 + 저확신 민원 표 + 분류별 요약표.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5212994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277002"/>
            <a:ext cx="10085832" cy="373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확신도를 임의로 높이지 마라. 근거를 인용하지 못하는 행은 확신도를 0.5 미만으로 두어라.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 04_민원분류.xlsx · 검증 — 저확신 민원이 사람 재검토용으로 분리됐는가? 정보부족 사례가 약 30건 나옵니다.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 PROMPT · F · KPI 분석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 — 건수를 의사결정 지표로 바꿉니다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 결과 + 인구 데이터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표 + 순위 비교표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간부회의에 올릴 지표를 설계하는 분석가다. 분모를 반드시 밝힌다.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3588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19989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04_민원분류.xlsx와 input/district_profile.csv(인구·세대·상가·원룸비율·노후주택비율·분리수거함수)를 결합한다.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795778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859786"/>
            <a:ext cx="10085832" cy="20490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유형별·행정동별 민원 건수를 계산하라.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인구 1만명당 민원, 세대 1천당 민원, 분리수거함 1개당 민원을 각각 계산하고 순위가 어떻게 달라지는지 비교하라.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평균 처리기간, 미처리 비율, 반복 발생 지점 상위 5곳, 주별 추이를 계산하라.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원룸비율·노후주택비율과 인구보정 민원율의 관계를 살펴보되 인과로 단정하지 마라.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단순 건수 기준과 인구보정 기준의 1위가 다르면 그 사실을 결론에 명시하라. 결과를 output/06_핵심KPI.xlsx로 저장하라.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89966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4963668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지표 · 계산식 · 값 · 순위 4열 표 + 순위 비교표 + 결론 3줄.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5270754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334762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분모를 밝히지 않은 비율을 쓰지 마라. 표본이 작은 동은 순위 결론에 쓰지 마라.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 06_핵심KPI.xlsx · 검증 — 단순 건수 1위는 가온동, 인구 1만명당 1위는 마루동. 순위가 뒤집히는지 확인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 APP · 블록 2 · 저확신 재검토 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자신 없어 한 건만 사람에게 보냅니다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저확신 29건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재검토 큐 HTML 1개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사내 업무용 웹앱을 만드는 프론트엔드 파트너다. HTML 파일 하나로 만든다.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62140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226148"/>
            <a:ext cx="10085832" cy="657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04_민원분류.xlsx에 민원유형·분류근거·분류확신도가 들어 있다. 담당자는 확신도 낮은 건만 빠르게 확정하고 싶다.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874541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938549"/>
            <a:ext cx="10085832" cy="16026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분류 결과 CSV를 올리면 확신도 낮은 순으로 대기열을 만든다.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한 화면에 한 건씩 — 민원내용 전문, AI가 매긴 유형, 분류근거, 확신도를 보여준다.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확정 버튼과 분류 변경 드롭다운을 두고, 변경하면 사유를 한 줄 입력받는다.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상단에 진행률과 남은 건수, 키보드 단축키(다음·이전·확정)를 둔다.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확정 결과를 원래 컬럼에 검토자·검토일시와 함께 붙여 CSV로 내려받는다.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532099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4596107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UI · 단일 HTML 파일 · 한 건씩 보이는 카드형 화면.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929447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4993455"/>
            <a:ext cx="10085832" cy="657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신고자 개인정보는 화면에 표시하지 마라. 확신도 임계값은 사용자가 조절할 수 있게 하되 기본값 0.5로 둔다.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200건을 다 보는 대신 30건만 봅니다. 사람의 시간을 어디에 쓸지 정하는 것이 자동화의 핵심입니다.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INTERMEDIATE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지도는 예쁜 그림이 아니라 현장에 나갈 좌표입니다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 3 / 5 · 01:15–02:00 · Prompt G–H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📌 학습 목표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Hotspot과 시설 공백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2412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 위치를 지도에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 지점 상위 5곳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CCTV 배치와 대조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7692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0611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🎯 공공 실무 맥락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611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CCTV가 답이 아닐 수 있다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74268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가온동 CCTV 9대·민원 최다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2014~2016년 41만 화소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다솜동은 CCTV 1대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95488" y="2103120"/>
            <a:ext cx="3343656" cy="324612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42467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🔧 이 블록이 남기는 웹앱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467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점검 후보지 지도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6124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공백지역을 색으로 구분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현장점검 목록 내려받기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9808" y="5468112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시설이 있는데 민원이 줄지 않는다면 시설이 문제가 아닙니다.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49808" y="596188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좌표가 없는 7건은 지도에서 빠집니다. 빠진 건수를 보고서에 반드시 밝힙니다.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 PROMPT · G · 지도 생성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 — 민원 위치를 브라우저에서 열리는 지도로 만듭니다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 좌표 192건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 HTML + 좌표 실패 목록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73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현장 담당자가 쓸 지도를 만드는 개발 파트너다. 외부 지도 API 키 없이 동작하게 만든다.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9364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257654"/>
            <a:ext cx="10085832" cy="7205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02_정제민원.xlsx에 위도·경도·행정동·민원유형·접수일·반복지점 컬럼이 있다. 좌표가 빈 행이 7건 있다.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969057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3033065"/>
            <a:ext cx="10085832" cy="1760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민원 위치를 단일 HTML 지도에 점으로 표시하라. 민원유형별로 색을 다르게 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점을 누르면 민원유형·건수·최근 접수일·반복 여부가 뜨게 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반경 100m 안에 3건 이상 모인 곳을 반복 발생 지점으로 묶어 크게 표시하라.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좌표가 없는 행은 지도 밖 목록에 따로 보여주고 건수를 명시하라.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행정동·민원유형·기간 필터를 두어라. 결과를 output/07_민원지도.html로 저장하라.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784141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4848149"/>
            <a:ext cx="10085832" cy="373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HTML 파일. 지도 옆에 범례와 좌표 실패 목록.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5212994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277002"/>
            <a:ext cx="10085832" cy="373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신고자 연락처와 상세 주소를 지도에 넣지 마라. 데이터를 외부로 전송하지 마라.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 07_민원지도.html · 검증 — 좌표 변환 실패 건을 따로 표시했는가? 지도에 개인정보가 없는가?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 PROMPT · H · 기존 시설과 대조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 — 민원이 많은 곳과 시설이 있는 곳을 겹쳐 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 지도 + cctv_existing_30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반복지점 15 · 공백 12 (7열 표)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시설 배치와 민원 발생을 대조하는 분석가다. 시설 설치를 결론으로 미리 정하지 않는다.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3588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19989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input/cctv_existing_30.csv에는 위치·설치연도·화소·촬영방향·야간성능이 있다. 07_민원지도.html의 반복 발생 지점과 대조한다.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795778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859786"/>
            <a:ext cx="10085832" cy="1760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반복 발생 지점마다 반경 200m 안의 CCTV 수를 세어라.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세 갈래로 나눠라 — ㉠ 민원 많고 CCTV 없음 ㉡ CCTV 있는데도 민원 많음 ㉢ 민원 적고 CCTV 많음.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㉡에 해당하는 곳은 설치연도·화소·촬영방향·야간성능을 확인해 왜 효과가 없는지 가설을 세우고 확실성을 표시하라.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현장점검이 필요한 지점 상위 5곳을 우선순위와 이유와 함께 제시하라.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각 지점에 대해 CCTV 외의 대안(조명·수거함·수거주기·계도)도 함께 적어라.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61086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467487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지점 · 민원건수 · CCTV수 · 구분 · 가설 · 확실성 · 권고 7열 표.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98195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04596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CCTV 설치를 해결책으로 단정하지 마라. 현장에서 확인해야 알 수 있는 것은 “현장 확인 필요”로 남겨라.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 Hotspot 비교표 · 검증 — 가온동은 CCTV 9대인데 민원 최다입니다. 왜 그런지 데이터가 답을 주는지 확인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 APP · 블록 3 · 점검 후보지 지도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현장에 나갈 사람이 그대로 들고 갈 화면을 만듭니다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반복지점·CCTV 판정 결과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점검 후보지 지도 HTML 1개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현장 점검용 웹앱을 만드는 프론트엔드 파트너다. HTML 파일 하나로 만든다.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35886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19989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민원 CSV와 CCTV CSV를 올리면, 앞 단계에서 정한 세 구분(공백·비효과·과잉)을 화면에서 다시 계산해야 한다.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795778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859786"/>
            <a:ext cx="10085832" cy="20490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두 CSV를 올리면 민원 점과 CCTV 위치를 같은 지도에 겹쳐 그린다.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반복 발생 지점을 원으로 묶고, 반경 200m 안 CCTV 수에 따라 색을 나눈다 — 공백은 빨강, 비효과는 주황, 그 외는 회색.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지점을 누르면 민원건수·유형 구성·CCTV 상세(설치연도·화소·야간성능)·권고 대안을 옆 패널에 띄운다.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“현장점검 목록에 추가” 버튼으로 담고, 담당자·점검예정일을 적어 CSV로 내려받는다.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반경(100~500m)과 최소 민원 건수를 사용자가 조절할 수 있게 한다.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899660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4963668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UI · 단일 HTML 파일 · 왼쪽 지도, 오른쪽 상세 패널.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5270754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334762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연락처·상세주소를 표시하지 마라. 좌표 없는 민원은 지도에 넣지 말고 건수만 안내하라.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반경을 바꿔도 결론이 유지되는지 보는 것이 이 화면의 진짜 용도입니다.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INTERMEDIATE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예산은 정답이 아니라 서로 다른 세 가지 선택지로 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 4 / 5 · 02:00–02:30 · Prompt I + Red Team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📌 학습 목표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3천만원 포트폴리오 3안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2412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비용·기대효과·부작용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제약 조건 반영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추가 확인정보 명시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7692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0611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🎯 공공 실무 맥락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611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단가표에 함정이 있다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4268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CCTV 350만원 × 8대 불가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영향평가에 6주 소요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연내 최대 4대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95488" y="2103120"/>
            <a:ext cx="3343656" cy="324612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42467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🔧 이 블록이 남기는 웹앱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467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예산 시뮬레이터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6124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항목을 담으면 총액 계산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제약 위반을 경고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9808" y="5468112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제약 조건을 읽지 않은 정책안은 회의에서 5분 만에 무너집니다.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49808" y="596188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정책대안 선정도 사람 승인 지점입니다. AI는 선택지를 만들고, 고르는 것은 담당자와 팀장입니다.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INTERMEDIATE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쓸 수 있는 수단은 아홉 가지입니다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사업조건 파일의 단가표 전체. 카메라는 그중 둘뿐입니다.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92224"/>
            <a:ext cx="3343656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감시 · 단속 · 2종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카메라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294436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고정형 CCTV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10512" y="294436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350만 / 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358444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이동형 카메라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10512" y="358444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120만 / 대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87552" y="4919472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영향평가 6주 — 연내 최대 4대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76928" y="1792224"/>
            <a:ext cx="3343656" cy="3657600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70611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시설 · 환경 · 4종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611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현장을 바꾼다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632960" y="2944368"/>
            <a:ext cx="841248" cy="491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클린하우스 정비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29072" y="2944368"/>
            <a:ext cx="1935480" cy="491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260만 / 개소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632960" y="3490722"/>
            <a:ext cx="841248" cy="491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LED 보안등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29072" y="3490722"/>
            <a:ext cx="1935480" cy="491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200만 / 개소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32960" y="4037076"/>
            <a:ext cx="841248" cy="491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스마트 수거함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29072" y="4037076"/>
            <a:ext cx="1935480" cy="491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80만 / 개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632960" y="4583430"/>
            <a:ext cx="841248" cy="491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안내 표지판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29072" y="4583430"/>
            <a:ext cx="1935480" cy="491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15만 / 개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095488" y="1792224"/>
            <a:ext cx="3343656" cy="365760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42467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 · 주민 · 3종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2467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현장에 사람을 둔다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8351520" y="294436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실태조사 용역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47632" y="294436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300만 / 회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351520" y="358444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계도요원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247632" y="358444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180만 / 인·월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351520" y="422452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주민 홍보물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47632" y="422452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40만 / 회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8424672" y="4919472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계도요원은 2개월 이상 연속 배치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9808" y="5632704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카메라만 보면 3천만원이 CCTV 8대로 끝납니다. 나머지 일곱을 함께 놓고 비교해야 안이 나옵니다.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749808" y="605332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제약 6 — 단속 위주 대안은 민원 재발과 주민 반발 가능성을 함께 검토해야 한다.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 PROMPT · I · 예산 포트폴리오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 — 3천만원 안에서 성격이 다른 세 개의 안을 만듭니다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project_conditions.txt 3천만원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예산 3안 + 비교표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예산 제약 아래 대안을 설계하는 기획 담당자다. 집행 가능성도 함께 본다.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3588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19989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project_conditions.txt에 예산 3천만원·단가 9종·제약 6개가 있다. 앞의 KPI와 Hotspot을 근거로 쓴다.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795778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859786"/>
            <a:ext cx="10085832" cy="1760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파일의 제약을 목록으로 정리하고, 각 제약이 대안을 어떻게 제한하는지 한 줄로 적어라.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성격이 다른 포트폴리오 3안을 만들어라 — 단속 중심 / 인프라 개선 중심 / 주민 참여 중심.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안마다 항목·수량·단가·소계·총액을 표로 내고, 3천만원을 넘지 않는지 계산해 보여라.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안마다 기대효과 가능성, 부작용, 추가로 확인할 정보를 적어라.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조건별로 어떤 안이 나은지 서술하되 정답을 고르지 마라. 결과를 output/08_정책대안.md로 저장.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61086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467487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제약 목록 → 안별 예산표 3개 → 비교표(비용·효과 가능성·부작용·추가 확인).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98195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04596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총액 초과 안을 제출하지 마라. 사업조건에 없는 단가를 만들지 마라. 효과를 숫자로 단정하지 마라.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 08_정책대안.md · 검증 — 총액이 3천만원 이내인가? 연내 집행 불가능한 항목이 들어 있지 않은가?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 PROMPT · I-R · Red Team (보강)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I-R — 자기 안을 스스로 반박하게 시킵니다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예산 3안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Red Team 5열 표 + 종합 의견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방금 만든 정책대안을 심사하는 감사관이다. 만든 사람 편에 서지 않는다.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3588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19989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output/08_정책대안.md의 세 안을 심사한다. 근거 데이터는 04_민원분류.xlsx와 06_핵심KPI.xlsx다.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795778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859786"/>
            <a:ext cx="10085832" cy="20490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각 안이 기대는 가정을 모두 꺼내고, 그중 데이터로 확인되지 않은 것을 표시하라.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각 안이 실패할 수 있는 경로를 두 가지씩 쓰고, 그때 나타날 신호를 적어라.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단속 중심 안에 대해 인접 지역으로 투기가 옮겨 가는 가능성을 검토하고, 그것을 이 데이터로 확인할 수 있는지 판정하라.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주민 반발·형평성 문제가 생길 지점을 지적하라.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세 안 중 어느 것도 채택할 수 없는 조건이 있다면 그 조건을 명시하라. 결과를 working/red_team_review.md로 저장하라.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89966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4963668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 · 가정 · 확인 여부 · 실패 경로 · 조기 신호 5열 표 + 종합 의견.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5270754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334762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“대체로 타당하다” 같은 결론을 쓰지 마라. 반박할 근거가 없으면 없다고 명시하라.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과정에 없던 단계입니다. 정책 문서에서 가장 자주 지적받는 곳이 바로 검토되지 않은 가정입니다.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 APP · 블록 4 · 예산 시뮬레이터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회의 중에 항목을 바꿔 볼 수 있어야 결정이 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단가·수량 조건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예산 시뮬레이터 HTML 1개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예산 편성용 웹앱을 만드는 프론트엔드 파트너다. HTML 파일 하나로 만든다.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35886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19989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project_conditions.txt의 단가 9종과 제약 6개를 화면에 옮긴다. 간부회의에서 항목을 바꿔가며 총액을 확인한다.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795778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859786"/>
            <a:ext cx="10085832" cy="1760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왼쪽에 단가 목록을 두고 수량을 입력하면 소계와 총액이 즉시 계산된다.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총액이 3천만원을 넘으면 빨간 경고와 초과액을 표시한다.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제약 위반을 자동 점검한다 — 고정형 CCTV 5대 이상, 홍보비 10% 초과, 계도요원 2개월 미만이면 경고 문구를 띄운다.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세 개의 안을 나란히 저장하고 총액·구성비를 막대로 비교한다.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선택한 안을 항목표와 함께 마크다운으로 내려받는다.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610862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467487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UI · 단일 HTML 파일 · 왼쪽 입력, 오른쪽 비교.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981956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04596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단가를 임의로 바꾸는 기능은 넣되 변경 시 “조건 파일과 다름” 표시를 남겨라. 효과 예측 숫자를 화면에서 만들어 내지 마라.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안을 나란히 놓고 총액이 같을 때 무엇이 달라지는지 보이면 회의가 짧아집니다.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보고와 감사 — Prompt J · K · L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숫자가 보고서·PPT·대시보드에 똑같이 들어가는지 마지막에 검산한다.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INTERMEDIATE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형식이 셋이면 숫자가 어긋날 자리도 셋입니다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 5 / 5 · 02:30–03:00 · Prompt J–L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📌 학습 목표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 · PPT · 대시보드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2412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1페이지 기관장 보고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간부회의용 5장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브라우저 대시보드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7692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0611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🎯 공공 실무 맥락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611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형식의 숫자가 다르면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474268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회의가 숫자 논쟁이 된다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 신뢰가 무너진다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다시 만드는 데 하루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95488" y="2103120"/>
            <a:ext cx="3343656" cy="324612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42467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🔧 이 블록이 남기는 웹앱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467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대시보드 + Audit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6124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화면에 지표와 지도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 대조 패널 내장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9808" y="5468112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 Audit을 통과하지 못한 숫자는 배포하지 않습니다.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49808" y="596188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최종 보고서 배포도 사람 승인 지점입니다. 불일치가 남아 있으면 수정 전까지 최종본으로 내보내지 않습니다.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 PROMPT · J · 기관장 보고서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 — 숫자를 다시 계산한 뒤 한 장으로 줄입니다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앞의 표 전부 + 원본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A4 1페이지 보고서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2940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기관장 보고서를 작성하는 기획 담당자다. 결정에 필요한 것만 남긴다.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13671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177679"/>
            <a:ext cx="10085832" cy="5605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앞에서 만든 품질보고서·정제민원·분류·KPI·지도·Hotspot·정책대안·Red Team을 모두 쓴다.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72913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793140"/>
            <a:ext cx="10085832" cy="18935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보고서를 쓰기 전에 인용할 숫자를 원본 데이터에서 다시 계산하라.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제목 → 핵심요약 3줄 → 주요지표 표 → 원인 후보 → 정책대안 3안 비교 → 요청사항 순서로 한 장을 작성하라.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각 문장 앞에 [사실]·[추정]·[제안] 중 하나를 붙여라.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요청사항은 무엇을 승인해 달라는 것인지 한 문장으로 쓰라.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Red Team이 지적한 가장 약한 가정 세 개를 별도 상자로 넣어라. 결과를 output/09_기관장보고서.docx로 저장하라.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677508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4741516"/>
            <a:ext cx="10085832" cy="2940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A4 한 장. 모든 숫자 옆에 (원천파일 · 계산식) 병기. 불확실성은 별도 상자.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502638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090394"/>
            <a:ext cx="10085832" cy="5605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앞 단계에서 계산되지 않은 숫자를 새로 만들지 마라. 개인정보와 특정 민원인을 알 수 있는 표현을 넣지 마라.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 09_기관장보고서.docx · 검증 — 모든 숫자가 원본에서 재계산됐는가? 사실과 추정이 구분되는가?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 PROMPT · K · PPT와 대시보드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 — 같은 분석을 형식만 바꿔 두 번 더 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 본문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PPT 5장 + 대시보드 + 대조표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같은 내용을 형식에 맞춰 다시 쓰는 편집자다. 메시지와 숫자를 바꾸지 않는다.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3588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19989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09_기관장보고서.docx가 기준 문서다. 간부회의용 PPT와 브라우저 대시보드가 추가로 필요하다.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795778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859786"/>
            <a:ext cx="10085832" cy="1760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PPT 5장 구조를 만들어라 — 현황 / 원인 / 지도와 Hotspot / 정책대안 3안 / 요청사항. 장마다 결론 한 줄을 제목으로 쓴다.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대시보드는 단일 HTML로 만들고 KPI 카드·지도·유형별 구성·주별 추이를 담아라.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세 산출물이 쓰는 핵심 숫자 목록을 뽑아 서로 같은지 대조표를 만들어라.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모든 화면에 데이터 출처와 기준일을 표시하라. 결과를 output/10_간부보고.pptx와 output/11_dashboard.html로 저장하라.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61086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467487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PPT 5장 + 단일 HTML 대시보드 + 숫자 대조표.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98195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04596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보고서에 없는 새로운 주장을 넣지 마라. 대시보드는 외부 라이브러리 없이, 데이터를 외부로 보내지 않게 만들어라.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 10_간부보고.pptx · 11_dashboard.html · 검증 — 셋이 같은 숫자와 같은 메시지를 쓰는가?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 PROMPT · L · Final Audit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 — 마지막에 모든 숫자를 원본에서 다시 셉니다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화면의 모든 숫자 + 원본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검증표 + 배포 판정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배포 전 숫자를 검증하는 감사 담당자다. 만든 사람의 계산을 믿지 않는다.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6214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226148"/>
            <a:ext cx="10085832" cy="657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09_기관장보고서.docx · 10_간부보고.pptx · 11_dashboard.html에 쓰인 모든 숫자를 검증한다.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874541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938549"/>
            <a:ext cx="10085832" cy="19177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세 산출물에서 숫자를 모두 추출하라.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각 숫자를 원본 데이터에서 다시 계산하라.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보고값 · 재계산값 · 일치여부 · 원천파일 · 계산방법 5열 표를 만들어라.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불일치한 항목은 원인을 분류하라 — 분모 차이 · 기간 차이 · 반올림 · 실제 오류.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개인정보 노출 여부와 출처 표기 누락도 함께 점검하라.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⑥ 배포 가능 여부를 한 줄로 판정하라. 결과를 working/final_audit.md로 저장하라.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847151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4911159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검증표 + 불일치 원인 분류 + 배포 판정 한 줄.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524450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308508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불일치를 임의로 맞추지 마라. 어느 값이 맞는지 판단이 필요하면 사람에게 되물어라.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 final_audit.md · 검증 — 불일치가 남아 있으면 수정 전까지 최종본으로 배포하지 않습니다.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 APP · 블록 5 · 통합 대시보드 + Audit 패널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검산 결과를 대시보드 안에 넣어 두면 매달 다시 씁니다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검증표 + 앞의 4개 앱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대시보드 HTML 1개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부서 공용 대시보드를 만드는 프론트엔드 파트너다. HTML 파일 하나로 만든다.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35886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19989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민원 · 분류 결과 · 지역현황 · CCTV 네 개의 CSV를 올리면 앞선 화면들이 한곳에 모여야 한다.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795778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859786"/>
            <a:ext cx="10085832" cy="1760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상단 KPI 카드 5개 — 총민원, 인구 1만명당 민원 1위 동, 평균 처리기간, 미처리 비율, 반복지점 수.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좌측 지도와 우측 유형별 구성·주별 추이 차트.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하단 Audit 패널 — 화면에 표시된 숫자마다 계산식과 원천파일을 펼쳐 볼 수 있게 한다.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기준일과 데이터 갱신일을 상단에 고정 표시한다.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다음 달 CSV로 교체해도 같은 화면이 나오도록 컬럼명만 맞추면 되게 만든다.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610862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467487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UI · 단일 HTML 파일 · 반응형. 인쇄하면 A4 2장으로 떨어지게 한다.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981956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04596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개인정보 컬럼이 들어와도 표시하지 마라. 데이터를 외부로 전송하지 마라. 숫자 옆의 계산식 표기를 빼지 마라.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 웹앱 다섯 개가 여기서 하나가 됩니다. 다음 달에는 CSV만 갈아 끼웁니다.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INTERMEDIATE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 웹앱 다섯 개가 여기서 하나가 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73936"/>
            <a:ext cx="3063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87552" y="2029968"/>
            <a:ext cx="2404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ops_dashboard.html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2487168"/>
            <a:ext cx="24048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HTML 파일 하나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24128" y="3090672"/>
            <a:ext cx="231343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· 분류 · KPI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 · CCTV 대조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예산 · Audit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4315968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장면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4590288"/>
            <a:ext cx="240487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건수 1위 ≠ 문제 1위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07669" y="1773936"/>
            <a:ext cx="5492885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fig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669" y="1773936"/>
            <a:ext cx="5492885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INTERMEDIATE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만든 결과는 초안이고, 승인은 사람이 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Human Approval 체크리스트 · 배포 전 여섯 가지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개인정보와 숫자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2412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연락처·식별자 노출 없음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보고값 = 재계산값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기준일·분모·기간 명시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7692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0611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611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출처와 현장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74268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수치에 원천파일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 Hotspot 현장 확인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좌표 실패 건수 공개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95488" y="2103120"/>
            <a:ext cx="3343656" cy="324612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42467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467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정책과 책임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46124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대안의 부작용 검토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의사결정자 명시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승인 없이 배포 금지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9808" y="5504688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중급의 성공 기준은 멋진 산출물이 아니라 감사 가능한 업무 흐름입니다.</a:t>
            </a:r>
            <a:endParaRPr lang="en-US" sz="2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INTERMEDIATE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 위임에서 실제로 자주 나는 사고 세 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55648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87552" y="2011680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사고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39572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원본을 덮어썼다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24128" y="2907792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정제와 수정을 구분하지 않음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되돌릴 수 없다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input/은 읽기 전용으로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76928" y="1755648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06112" y="2011680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사고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6112" y="239572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번에 다 시켰다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742688" y="2907792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A~L을 한 프롬프트로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 오류가 끝까지 간다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단계마다 사람이 확인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95488" y="1755648"/>
            <a:ext cx="3343656" cy="324612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424672" y="2011680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사고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24672" y="239572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숫자가 서로 다르다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461248" y="2907792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형식마다 다시 계산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회의가 숫자 논쟁이 된다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 문서 하나 + Audit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9808" y="548640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셋 다 도구의 문제가 아니라 절차의 문제입니다.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INTERMEDIATE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중급 3시간 뒤 부서로 가져가는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업무명만 바꾸면 다른 반복 업무에 그대로 적용됩니다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 · 폴더 구조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일하는 방식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2412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 · working · output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PLAN.md부터 시작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보존과 변경 로그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7692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0611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 · 프롬프트 A–L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611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열두 개의 명령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74268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계획 · 품질 · 정제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 · KPI · 지도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 · 보고 · 감사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95488" y="2103120"/>
            <a:ext cx="3343656" cy="3246120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42467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 · 웹앱 5종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467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매달 여는 화면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46124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로그 뷰어 · 재검토 큐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점검 지도 · 예산 시뮬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ops_dashboard.html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9808" y="5504688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단계 — 내 부서의 반복 보고 업무 하나를 PLAN First부터 Final Audit까지 바꿔 봅니다.</a:t>
            </a:r>
            <a:endParaRPr lang="en-US" sz="1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123444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폴더를 맡깁니다.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49808" y="2039112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단계마다 사람이 확인합니다.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2843784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숫자는 마지막에 다시 셉니다.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3913632"/>
            <a:ext cx="10469880" cy="0"/>
          </a:xfrm>
          <a:prstGeom prst="line">
            <a:avLst/>
          </a:prstGeom>
          <a:noFill/>
          <a:ln w="1270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49808" y="4315968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 200건이 담긴 폴더 하나에서</a:t>
            </a:r>
            <a:endParaRPr lang="en-US" sz="24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감사 가능한 업무 흐름으로.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0" y="416052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0" y="493776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중급 3시간 · 프롬프트 12 + 웹앱 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5303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 3시간의 산출물이 그대로 입력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5833872"/>
            <a:ext cx="10597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A9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 · 원본 보존 · 개인정보 마스킹 · 추정 표시 · 변경 로그 · 사람 승인 · Final Audit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6055</Words>
  <Application>Microsoft Office PowerPoint</Application>
  <PresentationFormat>와이드스크린</PresentationFormat>
  <Paragraphs>732</Paragraphs>
  <Slides>41</Slides>
  <Notes>41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4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哥 大</cp:lastModifiedBy>
  <cp:revision>1</cp:revision>
  <dcterms:created xsi:type="dcterms:W3CDTF">2026-09-05T02:06:14Z</dcterms:created>
  <dcterms:modified xsi:type="dcterms:W3CDTF">2026-09-05T04:12:44Z</dcterms:modified>
</cp:coreProperties>
</file>